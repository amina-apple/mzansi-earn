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</a:defRPr>
            </a:pPr>
            <a:r>
              <a:t>Mzansi Earn 🇿🇦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Skills. Tasks. Opportunities.</a:t>
            </a:r>
          </a:p>
          <a:p>
            <a:pPr algn="ctr">
              <a:defRPr sz="2000">
                <a:solidFill>
                  <a:srgbClr val="DCF0E2"/>
                </a:solidFill>
              </a:defRPr>
            </a:pPr>
            <a:r>
              <a:t>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Created by Aamina Mongwe • 18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6B3A"/>
                </a:solidFill>
              </a:defRPr>
            </a:pPr>
            <a:r>
              <a:t>1.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02D26"/>
                </a:solidFill>
              </a:defRPr>
            </a:pPr>
            <a:r>
              <a:t>• Many people struggle to find simple, legitimate task-based opportunities.</a:t>
            </a:r>
          </a:p>
          <a:p>
            <a:pPr>
              <a:spcAft>
                <a:spcPts val="1200"/>
              </a:spcAft>
              <a:defRPr sz="2000">
                <a:solidFill>
                  <a:srgbClr val="202D26"/>
                </a:solidFill>
              </a:defRPr>
            </a:pPr>
            <a:r>
              <a:t>• Traditional job platforms often focus on permanent or formal employment.</a:t>
            </a:r>
          </a:p>
          <a:p>
            <a:pPr>
              <a:spcAft>
                <a:spcPts val="1200"/>
              </a:spcAft>
              <a:defRPr sz="2000">
                <a:solidFill>
                  <a:srgbClr val="202D26"/>
                </a:solidFill>
              </a:defRPr>
            </a:pPr>
            <a:r>
              <a:t>• Small tasks and short-term opportunities can be difficult to discover.</a:t>
            </a:r>
          </a:p>
          <a:p>
            <a:pPr>
              <a:spcAft>
                <a:spcPts val="1200"/>
              </a:spcAft>
              <a:defRPr sz="2000">
                <a:solidFill>
                  <a:srgbClr val="202D26"/>
                </a:solidFill>
              </a:defRPr>
            </a:pPr>
            <a:r>
              <a:t>• Mzansi Earn brings these opportunities together in one simple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64"/>
                </a:solidFill>
              </a:defRPr>
            </a:pPr>
            <a:r>
              <a:t>Mzansi Earn • Aamina Mongwe • 2026    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6B3A"/>
                </a:solidFill>
              </a:defRPr>
            </a:pPr>
            <a:r>
              <a:t>2. Target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02D26"/>
                </a:solidFill>
              </a:defRPr>
            </a:pPr>
            <a:r>
              <a:t>• Young people looking for opportunities and practical experience.</a:t>
            </a:r>
          </a:p>
          <a:p>
            <a:pPr>
              <a:spcAft>
                <a:spcPts val="1200"/>
              </a:spcAft>
              <a:defRPr sz="2000">
                <a:solidFill>
                  <a:srgbClr val="202D26"/>
                </a:solidFill>
              </a:defRPr>
            </a:pPr>
            <a:r>
              <a:t>• Freelancers and people interested in short-term tasks.</a:t>
            </a:r>
          </a:p>
          <a:p>
            <a:pPr>
              <a:spcAft>
                <a:spcPts val="1200"/>
              </a:spcAft>
              <a:defRPr sz="2000">
                <a:solidFill>
                  <a:srgbClr val="202D26"/>
                </a:solidFill>
              </a:defRPr>
            </a:pPr>
            <a:r>
              <a:t>• Students and graduates developing workplace skills.</a:t>
            </a:r>
          </a:p>
          <a:p>
            <a:pPr>
              <a:spcAft>
                <a:spcPts val="1200"/>
              </a:spcAft>
              <a:defRPr sz="2000">
                <a:solidFill>
                  <a:srgbClr val="202D26"/>
                </a:solidFill>
              </a:defRPr>
            </a:pPr>
            <a:r>
              <a:t>• People seeking flexible task-based opportunities.</a:t>
            </a:r>
          </a:p>
          <a:p>
            <a:pPr>
              <a:spcAft>
                <a:spcPts val="1200"/>
              </a:spcAft>
              <a:defRPr sz="2000">
                <a:solidFill>
                  <a:srgbClr val="202D26"/>
                </a:solidFill>
              </a:defRPr>
            </a:pPr>
            <a:r>
              <a:t>• Small businesses and individuals that need specific tasks completed.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64"/>
                </a:solidFill>
              </a:defRPr>
            </a:pPr>
            <a:r>
              <a:t>Mzansi Earn • Aamina Mongwe • 2026    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6B3A"/>
                </a:solidFill>
              </a:defRPr>
            </a:pPr>
            <a:r>
              <a:t>3.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02D26"/>
                </a:solidFill>
              </a:defRPr>
            </a:pPr>
            <a:r>
              <a:t>• Mzansi Earn is a task-marketplace app connecting skills with opportunities.</a:t>
            </a:r>
          </a:p>
          <a:p>
            <a:pPr>
              <a:spcAft>
                <a:spcPts val="1200"/>
              </a:spcAft>
              <a:defRPr sz="2000">
                <a:solidFill>
                  <a:srgbClr val="202D26"/>
                </a:solidFill>
              </a:defRPr>
            </a:pPr>
            <a:r>
              <a:t>• Users can create a profile, discover tasks, view requirements, and apply.</a:t>
            </a:r>
          </a:p>
          <a:p>
            <a:pPr>
              <a:spcAft>
                <a:spcPts val="1200"/>
              </a:spcAft>
              <a:defRPr sz="2000">
                <a:solidFill>
                  <a:srgbClr val="202D26"/>
                </a:solidFill>
              </a:defRPr>
            </a:pPr>
            <a:r>
              <a:t>• Task owners can post opportunities for people with relevant skills.</a:t>
            </a:r>
          </a:p>
          <a:p>
            <a:pPr>
              <a:spcAft>
                <a:spcPts val="1200"/>
              </a:spcAft>
              <a:defRPr sz="2000">
                <a:solidFill>
                  <a:srgbClr val="202D26"/>
                </a:solidFill>
              </a:defRPr>
            </a:pPr>
            <a:r>
              <a:t>• The platform is designed to be simple, mobile-friendly, and accessible.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64"/>
                </a:solidFill>
              </a:defRPr>
            </a:pPr>
            <a:r>
              <a:t>Mzansi Earn • Aamina Mongwe • 2026    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6B3A"/>
                </a:solidFill>
              </a:defRPr>
            </a:pPr>
            <a:r>
              <a:t>4. 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02D26"/>
                </a:solidFill>
              </a:defRPr>
            </a:pPr>
            <a:r>
              <a:t>• User profiles with name, skills, email, and short bio.</a:t>
            </a:r>
          </a:p>
          <a:p>
            <a:pPr>
              <a:spcAft>
                <a:spcPts val="1200"/>
              </a:spcAft>
              <a:defRPr sz="1800">
                <a:solidFill>
                  <a:srgbClr val="202D26"/>
                </a:solidFill>
              </a:defRPr>
            </a:pPr>
            <a:r>
              <a:t>• Task discovery with search and category filters.</a:t>
            </a:r>
          </a:p>
          <a:p>
            <a:pPr>
              <a:spcAft>
                <a:spcPts val="1200"/>
              </a:spcAft>
              <a:defRPr sz="1800">
                <a:solidFill>
                  <a:srgbClr val="202D26"/>
                </a:solidFill>
              </a:defRPr>
            </a:pPr>
            <a:r>
              <a:t>• Detailed task pages showing requirements, time, and payment.</a:t>
            </a:r>
          </a:p>
          <a:p>
            <a:pPr>
              <a:spcAft>
                <a:spcPts val="1200"/>
              </a:spcAft>
              <a:defRPr sz="1800">
                <a:solidFill>
                  <a:srgbClr val="202D26"/>
                </a:solidFill>
              </a:defRPr>
            </a:pPr>
            <a:r>
              <a:t>• Demo task applications and activity tracking.</a:t>
            </a:r>
          </a:p>
          <a:p>
            <a:pPr>
              <a:spcAft>
                <a:spcPts val="1200"/>
              </a:spcAft>
              <a:defRPr sz="1800">
                <a:solidFill>
                  <a:srgbClr val="202D26"/>
                </a:solidFill>
              </a:defRPr>
            </a:pPr>
            <a:r>
              <a:t>• Earnings dashboard for completed and in-progress tasks.</a:t>
            </a:r>
          </a:p>
          <a:p>
            <a:pPr>
              <a:spcAft>
                <a:spcPts val="1200"/>
              </a:spcAft>
              <a:defRPr sz="1800">
                <a:solidFill>
                  <a:srgbClr val="202D26"/>
                </a:solidFill>
              </a:defRPr>
            </a:pPr>
            <a:r>
              <a:t>• Post-a-task functionality for task owners.</a:t>
            </a:r>
          </a:p>
          <a:p>
            <a:pPr>
              <a:spcAft>
                <a:spcPts val="1200"/>
              </a:spcAft>
              <a:defRPr sz="1800">
                <a:solidFill>
                  <a:srgbClr val="202D26"/>
                </a:solidFill>
              </a:defRPr>
            </a:pPr>
            <a:r>
              <a:t>• Safety Centre and installable PWA experience.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64"/>
                </a:solidFill>
              </a:defRPr>
            </a:pPr>
            <a:r>
              <a:t>Mzansi Earn • Aamina Mongwe • 2026    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6B3A"/>
                </a:solidFill>
              </a:defRPr>
            </a:pPr>
            <a:r>
              <a:t>5. User Profiles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02D26"/>
                </a:solidFill>
              </a:defRPr>
            </a:pPr>
            <a:r>
              <a:t>• Users can create a personal profile.</a:t>
            </a:r>
          </a:p>
          <a:p>
            <a:pPr>
              <a:spcAft>
                <a:spcPts val="1200"/>
              </a:spcAft>
              <a:defRPr sz="2000">
                <a:solidFill>
                  <a:srgbClr val="202D26"/>
                </a:solidFill>
              </a:defRPr>
            </a:pPr>
            <a:r>
              <a:t>• Skills can be listed to help match users with suitable tasks.</a:t>
            </a:r>
          </a:p>
          <a:p>
            <a:pPr>
              <a:spcAft>
                <a:spcPts val="1200"/>
              </a:spcAft>
              <a:defRPr sz="2000">
                <a:solidFill>
                  <a:srgbClr val="202D26"/>
                </a:solidFill>
              </a:defRPr>
            </a:pPr>
            <a:r>
              <a:t>• A short bio allows users to introduce their experience and interests.</a:t>
            </a:r>
          </a:p>
          <a:p>
            <a:pPr>
              <a:spcAft>
                <a:spcPts val="1200"/>
              </a:spcAft>
              <a:defRPr sz="2000">
                <a:solidFill>
                  <a:srgbClr val="202D26"/>
                </a:solidFill>
              </a:defRPr>
            </a:pPr>
            <a:r>
              <a:t>• The prototype stores profile information locally on the device.</a:t>
            </a:r>
          </a:p>
          <a:p>
            <a:pPr>
              <a:spcAft>
                <a:spcPts val="1200"/>
              </a:spcAft>
              <a:defRPr sz="2000">
                <a:solidFill>
                  <a:srgbClr val="202D26"/>
                </a:solidFill>
              </a:defRPr>
            </a:pPr>
            <a:r>
              <a:t>• Users can edit or clear their saved profile.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64"/>
                </a:solidFill>
              </a:defRPr>
            </a:pPr>
            <a:r>
              <a:t>Mzansi Earn • Aamina Mongwe • 2026    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6B3A"/>
                </a:solidFill>
              </a:defRPr>
            </a:pPr>
            <a:r>
              <a:t>6. Finding and Applying for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02D26"/>
                </a:solidFill>
              </a:defRPr>
            </a:pPr>
            <a:r>
              <a:t>• Browse available tasks from the marketplace.</a:t>
            </a:r>
          </a:p>
          <a:p>
            <a:pPr>
              <a:spcAft>
                <a:spcPts val="1200"/>
              </a:spcAft>
              <a:defRPr sz="2000">
                <a:solidFill>
                  <a:srgbClr val="202D26"/>
                </a:solidFill>
              </a:defRPr>
            </a:pPr>
            <a:r>
              <a:t>• Search and filter by categories such as Writing, Data, Research, Design, and Admin.</a:t>
            </a:r>
          </a:p>
          <a:p>
            <a:pPr>
              <a:spcAft>
                <a:spcPts val="1200"/>
              </a:spcAft>
              <a:defRPr sz="2000">
                <a:solidFill>
                  <a:srgbClr val="202D26"/>
                </a:solidFill>
              </a:defRPr>
            </a:pPr>
            <a:r>
              <a:t>• Open a task to view its description, skills, estimated time, and payment.</a:t>
            </a:r>
          </a:p>
          <a:p>
            <a:pPr>
              <a:spcAft>
                <a:spcPts val="1200"/>
              </a:spcAft>
              <a:defRPr sz="2000">
                <a:solidFill>
                  <a:srgbClr val="202D26"/>
                </a:solidFill>
              </a:defRPr>
            </a:pPr>
            <a:r>
              <a:t>• Submit a demo application and track activity.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64"/>
                </a:solidFill>
              </a:defRPr>
            </a:pPr>
            <a:r>
              <a:t>Mzansi Earn • Aamina Mongwe • 2026    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6B3A"/>
                </a:solidFill>
              </a:defRPr>
            </a:pPr>
            <a:r>
              <a:t>7. Dashboard &amp; Task Posting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02D26"/>
                </a:solidFill>
              </a:defRPr>
            </a:pPr>
            <a:r>
              <a:t>• The dashboard provides a simple view of activity and demo earnings.</a:t>
            </a:r>
          </a:p>
          <a:p>
            <a:pPr>
              <a:spcAft>
                <a:spcPts val="1200"/>
              </a:spcAft>
              <a:defRPr sz="2000">
                <a:solidFill>
                  <a:srgbClr val="202D26"/>
                </a:solidFill>
              </a:defRPr>
            </a:pPr>
            <a:r>
              <a:t>• Users can see completed tasks and tasks in progress.</a:t>
            </a:r>
          </a:p>
          <a:p>
            <a:pPr>
              <a:spcAft>
                <a:spcPts val="1200"/>
              </a:spcAft>
              <a:defRPr sz="2000">
                <a:solidFill>
                  <a:srgbClr val="202D26"/>
                </a:solidFill>
              </a:defRPr>
            </a:pPr>
            <a:r>
              <a:t>• Task owners can enter a title, category, description, estimated time, and payment.</a:t>
            </a:r>
          </a:p>
          <a:p>
            <a:pPr>
              <a:spcAft>
                <a:spcPts val="1200"/>
              </a:spcAft>
              <a:defRPr sz="2000">
                <a:solidFill>
                  <a:srgbClr val="202D26"/>
                </a:solidFill>
              </a:defRPr>
            </a:pPr>
            <a:r>
              <a:t>• These features demonstrate the intended two-sided marketplace.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64"/>
                </a:solidFill>
              </a:defRPr>
            </a:pPr>
            <a:r>
              <a:t>Mzansi Earn • Aamina Mongwe • 2026    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6B3A"/>
                </a:solidFill>
              </a:defRPr>
            </a:pPr>
            <a:r>
              <a:t>8. Safety &amp; Responsible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02D26"/>
                </a:solidFill>
              </a:defRPr>
            </a:pPr>
            <a:r>
              <a:t>• Users are reminded never to pay money to receive a task.</a:t>
            </a:r>
          </a:p>
          <a:p>
            <a:pPr>
              <a:spcAft>
                <a:spcPts val="1200"/>
              </a:spcAft>
              <a:defRPr sz="2000">
                <a:solidFill>
                  <a:srgbClr val="202D26"/>
                </a:solidFill>
              </a:defRPr>
            </a:pPr>
            <a:r>
              <a:t>• Safety guidance helps users identify suspicious opportunities.</a:t>
            </a:r>
          </a:p>
          <a:p>
            <a:pPr>
              <a:spcAft>
                <a:spcPts val="1200"/>
              </a:spcAft>
              <a:defRPr sz="2000">
                <a:solidFill>
                  <a:srgbClr val="202D26"/>
                </a:solidFill>
              </a:defRPr>
            </a:pPr>
            <a:r>
              <a:t>• Users should protect personal information and report suspicious activity.</a:t>
            </a:r>
          </a:p>
          <a:p>
            <a:pPr>
              <a:spcAft>
                <a:spcPts val="1200"/>
              </a:spcAft>
              <a:defRPr sz="2000">
                <a:solidFill>
                  <a:srgbClr val="202D26"/>
                </a:solidFill>
              </a:defRPr>
            </a:pPr>
            <a:r>
              <a:t>• Demo payments and earnings are clearly presented as simulated.</a:t>
            </a:r>
          </a:p>
          <a:p>
            <a:pPr>
              <a:spcAft>
                <a:spcPts val="1200"/>
              </a:spcAft>
              <a:defRPr sz="2000">
                <a:solidFill>
                  <a:srgbClr val="202D26"/>
                </a:solidFill>
              </a:defRPr>
            </a:pPr>
            <a:r>
              <a:t>• Production use would require appropriate legal, privacy, employment, and payment safeguards.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64"/>
                </a:solidFill>
              </a:defRPr>
            </a:pPr>
            <a:r>
              <a:t>Mzansi Earn • Aamina Mongwe • 2026    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6B3A"/>
                </a:solidFill>
              </a:defRPr>
            </a:pPr>
            <a:r>
              <a:t>9. Technology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02D26"/>
                </a:solidFill>
              </a:defRPr>
            </a:pPr>
            <a:r>
              <a:t>• HTML for the application structure.</a:t>
            </a:r>
          </a:p>
          <a:p>
            <a:pPr>
              <a:spcAft>
                <a:spcPts val="1200"/>
              </a:spcAft>
              <a:defRPr sz="1800">
                <a:solidFill>
                  <a:srgbClr val="202D26"/>
                </a:solidFill>
              </a:defRPr>
            </a:pPr>
            <a:r>
              <a:t>• CSS for responsive and professional styling.</a:t>
            </a:r>
          </a:p>
          <a:p>
            <a:pPr>
              <a:spcAft>
                <a:spcPts val="1200"/>
              </a:spcAft>
              <a:defRPr sz="1800">
                <a:solidFill>
                  <a:srgbClr val="202D26"/>
                </a:solidFill>
              </a:defRPr>
            </a:pPr>
            <a:r>
              <a:t>• JavaScript for interactive features and prototype logic.</a:t>
            </a:r>
          </a:p>
          <a:p>
            <a:pPr>
              <a:spcAft>
                <a:spcPts val="1200"/>
              </a:spcAft>
              <a:defRPr sz="1800">
                <a:solidFill>
                  <a:srgbClr val="202D26"/>
                </a:solidFill>
              </a:defRPr>
            </a:pPr>
            <a:r>
              <a:t>• PWA manifest for installable-app support.</a:t>
            </a:r>
          </a:p>
          <a:p>
            <a:pPr>
              <a:spcAft>
                <a:spcPts val="1200"/>
              </a:spcAft>
              <a:defRPr sz="1800">
                <a:solidFill>
                  <a:srgbClr val="202D26"/>
                </a:solidFill>
              </a:defRPr>
            </a:pPr>
            <a:r>
              <a:t>• Service worker for basic offline caching.</a:t>
            </a:r>
          </a:p>
          <a:p>
            <a:pPr>
              <a:spcAft>
                <a:spcPts val="1200"/>
              </a:spcAft>
              <a:defRPr sz="1800">
                <a:solidFill>
                  <a:srgbClr val="202D26"/>
                </a:solidFill>
              </a:defRPr>
            </a:pPr>
            <a:r>
              <a:t>• GitHub Pages for online deployment.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64"/>
                </a:solidFill>
              </a:defRPr>
            </a:pPr>
            <a:r>
              <a:t>Mzansi Earn • Aamina Mongwe • 2026    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6B3A"/>
                </a:solidFill>
              </a:defRPr>
            </a:pPr>
            <a:r>
              <a:t>10. How It Creates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02D26"/>
                </a:solidFill>
              </a:defRPr>
            </a:pPr>
            <a:r>
              <a:t>• Connects people who need tasks completed with people who have relevant skills.</a:t>
            </a:r>
          </a:p>
          <a:p>
            <a:pPr>
              <a:spcAft>
                <a:spcPts val="1200"/>
              </a:spcAft>
              <a:defRPr sz="2000">
                <a:solidFill>
                  <a:srgbClr val="202D26"/>
                </a:solidFill>
              </a:defRPr>
            </a:pPr>
            <a:r>
              <a:t>• Helps users discover short-term opportunities more easily.</a:t>
            </a:r>
          </a:p>
          <a:p>
            <a:pPr>
              <a:spcAft>
                <a:spcPts val="1200"/>
              </a:spcAft>
              <a:defRPr sz="2000">
                <a:solidFill>
                  <a:srgbClr val="202D26"/>
                </a:solidFill>
              </a:defRPr>
            </a:pPr>
            <a:r>
              <a:t>• Provides a place to showcase skills and build practical experience.</a:t>
            </a:r>
          </a:p>
          <a:p>
            <a:pPr>
              <a:spcAft>
                <a:spcPts val="1200"/>
              </a:spcAft>
              <a:defRPr sz="2000">
                <a:solidFill>
                  <a:srgbClr val="202D26"/>
                </a:solidFill>
              </a:defRPr>
            </a:pPr>
            <a:r>
              <a:t>• Helps task owners advertise small jobs to potential task performers.</a:t>
            </a:r>
          </a:p>
          <a:p>
            <a:pPr>
              <a:spcAft>
                <a:spcPts val="1200"/>
              </a:spcAft>
              <a:defRPr sz="2000">
                <a:solidFill>
                  <a:srgbClr val="202D26"/>
                </a:solidFill>
              </a:defRPr>
            </a:pPr>
            <a:r>
              <a:t>• A future production platform could use a transparent service-fee business model, subject to legal and payment requirements.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64"/>
                </a:solidFill>
              </a:defRPr>
            </a:pPr>
            <a:r>
              <a:t>Mzansi Earn • Aamina Mongwe • 2026    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6B3A"/>
                </a:solidFill>
              </a:defRPr>
            </a:pPr>
            <a:r>
              <a:t>11. What Makes Mzansi Earn Different?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02D26"/>
                </a:solidFill>
              </a:defRPr>
            </a:pPr>
            <a:r>
              <a:t>• Focuses specifically on short, practical, task-based opportunities.</a:t>
            </a:r>
          </a:p>
          <a:p>
            <a:pPr>
              <a:spcAft>
                <a:spcPts val="1200"/>
              </a:spcAft>
              <a:defRPr sz="1800">
                <a:solidFill>
                  <a:srgbClr val="202D26"/>
                </a:solidFill>
              </a:defRPr>
            </a:pPr>
            <a:r>
              <a:t>• Simple task-focused user experience.</a:t>
            </a:r>
          </a:p>
          <a:p>
            <a:pPr>
              <a:spcAft>
                <a:spcPts val="1200"/>
              </a:spcAft>
              <a:defRPr sz="1800">
                <a:solidFill>
                  <a:srgbClr val="202D26"/>
                </a:solidFill>
              </a:defRPr>
            </a:pPr>
            <a:r>
              <a:t>• Skills-based discovery and personal profiles.</a:t>
            </a:r>
          </a:p>
          <a:p>
            <a:pPr>
              <a:spcAft>
                <a:spcPts val="1200"/>
              </a:spcAft>
              <a:defRPr sz="1800">
                <a:solidFill>
                  <a:srgbClr val="202D26"/>
                </a:solidFill>
              </a:defRPr>
            </a:pPr>
            <a:r>
              <a:t>• Activity and earnings tracking in one place.</a:t>
            </a:r>
          </a:p>
          <a:p>
            <a:pPr>
              <a:spcAft>
                <a:spcPts val="1200"/>
              </a:spcAft>
              <a:defRPr sz="1800">
                <a:solidFill>
                  <a:srgbClr val="202D26"/>
                </a:solidFill>
              </a:defRPr>
            </a:pPr>
            <a:r>
              <a:t>• Built-in safety guidance.</a:t>
            </a:r>
          </a:p>
          <a:p>
            <a:pPr>
              <a:spcAft>
                <a:spcPts val="1200"/>
              </a:spcAft>
              <a:defRPr sz="1800">
                <a:solidFill>
                  <a:srgbClr val="202D26"/>
                </a:solidFill>
              </a:defRPr>
            </a:pPr>
            <a:r>
              <a:t>• Installable, mobile-friendly PWA design.</a:t>
            </a:r>
          </a:p>
          <a:p>
            <a:pPr>
              <a:spcAft>
                <a:spcPts val="1200"/>
              </a:spcAft>
              <a:defRPr sz="1800">
                <a:solidFill>
                  <a:srgbClr val="202D26"/>
                </a:solidFill>
              </a:defRPr>
            </a:pPr>
            <a:r>
              <a:t>• Designed with the South African market in mind.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64"/>
                </a:solidFill>
              </a:defRPr>
            </a:pPr>
            <a:r>
              <a:t>Mzansi Earn • Aamina Mongwe • 2026    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6B3A"/>
                </a:solidFill>
              </a:defRPr>
            </a:pPr>
            <a:r>
              <a:t>12. Current Prototype vs Future 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02D26"/>
                </a:solidFill>
              </a:defRPr>
            </a:pPr>
            <a:r>
              <a:t>• Current prototype: installable PWA, local profiles, demo tasks, applications, dashboard, and safety features.</a:t>
            </a:r>
          </a:p>
          <a:p>
            <a:pPr>
              <a:spcAft>
                <a:spcPts val="1200"/>
              </a:spcAft>
              <a:defRPr sz="2000">
                <a:solidFill>
                  <a:srgbClr val="202D26"/>
                </a:solidFill>
              </a:defRPr>
            </a:pPr>
            <a:r>
              <a:t>• Future version: secure online registration and login.</a:t>
            </a:r>
          </a:p>
          <a:p>
            <a:pPr>
              <a:spcAft>
                <a:spcPts val="1200"/>
              </a:spcAft>
              <a:defRPr sz="2000">
                <a:solidFill>
                  <a:srgbClr val="202D26"/>
                </a:solidFill>
              </a:defRPr>
            </a:pPr>
            <a:r>
              <a:t>• Future version: cloud database and multi-device profiles.</a:t>
            </a:r>
          </a:p>
          <a:p>
            <a:pPr>
              <a:spcAft>
                <a:spcPts val="1200"/>
              </a:spcAft>
              <a:defRPr sz="2000">
                <a:solidFill>
                  <a:srgbClr val="202D26"/>
                </a:solidFill>
              </a:defRPr>
            </a:pPr>
            <a:r>
              <a:t>• Future version: verified task owners, moderation, notifications, and secure payments.</a:t>
            </a:r>
          </a:p>
          <a:p>
            <a:pPr>
              <a:spcAft>
                <a:spcPts val="1200"/>
              </a:spcAft>
              <a:defRPr sz="2000">
                <a:solidFill>
                  <a:srgbClr val="202D26"/>
                </a:solidFill>
              </a:defRPr>
            </a:pPr>
            <a:r>
              <a:t>• Future version: production-grade privacy, security, compliance, and employment safeguards.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64"/>
                </a:solidFill>
              </a:defRPr>
            </a:pPr>
            <a:r>
              <a:t>Mzansi Earn • Aamina Mongwe • 2026    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6B3A"/>
                </a:solidFill>
              </a:defRPr>
            </a:pPr>
            <a:r>
              <a:t>13. Innovation &amp; Career Relevance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02D26"/>
                </a:solidFill>
              </a:defRPr>
            </a:pPr>
            <a:r>
              <a:t>• Demonstrates how AI-enabled and digital workflows can support workplace productivity and flexible opportunities.</a:t>
            </a:r>
          </a:p>
          <a:p>
            <a:pPr>
              <a:spcAft>
                <a:spcPts val="1200"/>
              </a:spcAft>
              <a:defRPr sz="2000">
                <a:solidFill>
                  <a:srgbClr val="202D26"/>
                </a:solidFill>
              </a:defRPr>
            </a:pPr>
            <a:r>
              <a:t>• Can be expanded with smart task recommendations and skills matching.</a:t>
            </a:r>
          </a:p>
          <a:p>
            <a:pPr>
              <a:spcAft>
                <a:spcPts val="1200"/>
              </a:spcAft>
              <a:defRPr sz="2000">
                <a:solidFill>
                  <a:srgbClr val="202D26"/>
                </a:solidFill>
              </a:defRPr>
            </a:pPr>
            <a:r>
              <a:t>• Can support digital transformation and operations use cases.</a:t>
            </a:r>
          </a:p>
          <a:p>
            <a:pPr>
              <a:spcAft>
                <a:spcPts val="1200"/>
              </a:spcAft>
              <a:defRPr sz="2000">
                <a:solidFill>
                  <a:srgbClr val="202D26"/>
                </a:solidFill>
              </a:defRPr>
            </a:pPr>
            <a:r>
              <a:t>• Relevant to roles involving digital platforms, business analysis, productivity tools, and technology-enabled services.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64"/>
                </a:solidFill>
              </a:defRPr>
            </a:pPr>
            <a:r>
              <a:t>Mzansi Earn • Aamina Mongwe • 2026    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6B3A"/>
                </a:solidFill>
              </a:defRPr>
            </a:pPr>
            <a:r>
              <a:t>14.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02D26"/>
                </a:solidFill>
              </a:defRPr>
            </a:pPr>
            <a:r>
              <a:t>• Mzansi Earn connects skills, tasks, and opportunities through one simple platform.</a:t>
            </a:r>
          </a:p>
          <a:p>
            <a:pPr>
              <a:spcAft>
                <a:spcPts val="1200"/>
              </a:spcAft>
              <a:defRPr sz="2000">
                <a:solidFill>
                  <a:srgbClr val="202D26"/>
                </a:solidFill>
              </a:defRPr>
            </a:pPr>
            <a:r>
              <a:t>• It addresses a practical challenge: discovering flexible, task-based work opportunities.</a:t>
            </a:r>
          </a:p>
          <a:p>
            <a:pPr>
              <a:spcAft>
                <a:spcPts val="1200"/>
              </a:spcAft>
              <a:defRPr sz="2000">
                <a:solidFill>
                  <a:srgbClr val="202D26"/>
                </a:solidFill>
              </a:defRPr>
            </a:pPr>
            <a:r>
              <a:t>• The prototype demonstrates profiles, task discovery, applications, tracking, task posting, safety, and PWA installation.</a:t>
            </a:r>
          </a:p>
          <a:p>
            <a:pPr>
              <a:spcAft>
                <a:spcPts val="1200"/>
              </a:spcAft>
              <a:defRPr sz="2000">
                <a:solidFill>
                  <a:srgbClr val="202D26"/>
                </a:solidFill>
              </a:defRPr>
            </a:pPr>
            <a:r>
              <a:t>• The project provides a foundation that can be developed into a secure, fully online marketplace.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64"/>
                </a:solidFill>
              </a:defRPr>
            </a:pPr>
            <a:r>
              <a:t>Mzansi Earn • Aamina Mongwe • 2026    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